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66" r:id="rId16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rISgbnkDMCvbFWTgmizyC+e0z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2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2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2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1032655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CO-OP Project at Industry (Module-2) (22CS421) </a:t>
            </a:r>
          </a:p>
          <a:p>
            <a:pPr lvl="0" algn="ctr"/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lvl="0" algn="ctr">
              <a:spcBef>
                <a:spcPts val="400"/>
              </a:spcBef>
            </a:pPr>
            <a:r>
              <a:rPr lang="en-US" sz="3200" dirty="0"/>
              <a:t>AI Chatbots in Education: Ethical, Cognitive, and Security Implications for Children 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Ashita Chhabra 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2210991405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Ansh Popli: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2210991298</a:t>
            </a:r>
          </a:p>
          <a:p>
            <a:pPr algn="ctr">
              <a:spcBef>
                <a:spcPts val="400"/>
              </a:spcBef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Ansh Rehan: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2210991299</a:t>
            </a:r>
            <a:endParaRPr lang="en-US"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cs typeface="Times New Roman"/>
                <a:sym typeface="Times New Roman"/>
              </a:rPr>
              <a:t>Jaskirat Kaur :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2210991701</a:t>
            </a:r>
            <a:endParaRPr b="1"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Ajay Kumar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7988" y="147484"/>
            <a:ext cx="33185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17988" y="951831"/>
            <a:ext cx="8622890" cy="5527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(AI) has become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force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modern education systems worldwide</a:t>
            </a:r>
          </a:p>
          <a:p>
            <a:pPr lvl="0" algn="just">
              <a:lnSpc>
                <a:spcPct val="109000"/>
              </a:lnSpc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chatbots use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(NLP) to simulate human-like interactions</a:t>
            </a: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 intelligent, context-aware responses to student queries</a:t>
            </a:r>
          </a:p>
          <a:p>
            <a:pPr marL="285750" lvl="0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support: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* Personalized learning experiences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* Continuous academic assistance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	              * Interactive and engaging learning environments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chatbots are increasingly used by students for: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* Homework assistance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* Concept clarification </a:t>
            </a:r>
          </a:p>
          <a:p>
            <a:pPr lvl="1" algn="just">
              <a:lnSpc>
                <a:spcPct val="109000"/>
              </a:lnSpc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* Writing and grammar improvement	</a:t>
            </a:r>
          </a:p>
          <a:p>
            <a:pPr marL="285750" lvl="1" indent="-285750" algn="just">
              <a:lnSpc>
                <a:spcPct val="109000"/>
              </a:lnSpc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accessibility makes learning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beyond traditional classroom hours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5B700D-A3A2-36AF-CB67-A518433F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26" y="3145536"/>
            <a:ext cx="2004060" cy="3006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176980" y="1197237"/>
            <a:ext cx="8367252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chatbots act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learning assistants.</a:t>
            </a:r>
          </a:p>
          <a:p>
            <a:pPr marL="114300" lvl="0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feedback and real-time responses to queries.</a:t>
            </a:r>
          </a:p>
          <a:p>
            <a:pPr marL="114300" lvl="0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adaptive learning based on individual student needs and pace. </a:t>
            </a:r>
          </a:p>
          <a:p>
            <a:pPr marL="114300" lvl="0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educators in:</a:t>
            </a:r>
          </a:p>
          <a:p>
            <a:pPr marL="114300" lvl="3" algn="just">
              <a:buClr>
                <a:schemeClr val="dk1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		*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lesson plans</a:t>
            </a:r>
          </a:p>
          <a:p>
            <a:pPr marL="114300" lvl="5" algn="just"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	* Creating assessments</a:t>
            </a: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collaborative and self-directed learning</a:t>
            </a:r>
          </a:p>
          <a:p>
            <a:pPr marL="114300" lvl="5" algn="just">
              <a:buClr>
                <a:schemeClr val="dk1"/>
              </a:buClr>
              <a:buSzPts val="18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Facilitate multilingual communication, improving accessibility for diverse      learners </a:t>
            </a: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5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24/7, eliminating dependency on classroom schedules 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285136" y="127819"/>
            <a:ext cx="650895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Chatbots in Education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0EDCA-E2C8-0EA0-85C6-B5E591E5B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3" y="1197237"/>
            <a:ext cx="3174682" cy="31746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206477" y="137652"/>
            <a:ext cx="610583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and Evolution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D14638-EDD2-A93E-BBBD-81108821C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1" y="1102659"/>
            <a:ext cx="886869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Early educational technologies included recorded lectures, static quizzes, and rule-based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traditional systems lacked personalization and dynamic interaction for learners.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led to the development of intelligent chatbot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AI chatbots can understand user intent and provide contextual, detailed explanations.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capable of adapting responses dynamically according to student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chatbots are now widely adopted across educational platforms, schools, universities, and mobile learning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226142" y="137651"/>
            <a:ext cx="404105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226142" y="1218543"/>
            <a:ext cx="8819535" cy="394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Increasing reliance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AI chatbots may reduce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learning.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may misuse AI tools for completing assignments and exams 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responses.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biased, misleading, or incorrect information.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exposing children to harmful or inappropriate content.</a:t>
            </a:r>
          </a:p>
          <a:p>
            <a:pPr lvl="0">
              <a:lnSpc>
                <a:spcPct val="107000"/>
              </a:lnSpc>
              <a:buSzPct val="100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to balance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benefits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responsible usage.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8AB3A-18DA-EFFF-96C8-BC6D8E54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1" y="4277471"/>
            <a:ext cx="3310129" cy="29843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86812" y="157316"/>
            <a:ext cx="65254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200" dirty="0">
                <a:solidFill>
                  <a:schemeClr val="bg1"/>
                </a:solidFill>
              </a:rPr>
              <a:t>Objectives of the study</a:t>
            </a:r>
            <a:endParaRPr lang="en-IN"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86812" y="1180068"/>
            <a:ext cx="8888362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role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AI chatbots in education.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challenges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bias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dishonesty.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impact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children’s thinking and learning abilities.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risks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AI usage.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suggest practical recommendations for responsible and safe implementation.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highlight the need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integration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AI in education.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F74FF-CC1E-8D75-74BC-89A70E73F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61"/>
          <a:stretch>
            <a:fillRect/>
          </a:stretch>
        </p:blipFill>
        <p:spPr>
          <a:xfrm>
            <a:off x="2487930" y="4210425"/>
            <a:ext cx="4533900" cy="237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E4FE-7198-06FF-6A1F-2BC45581F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Literature Review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68269-57F4-1191-90B0-9BF66782D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89" y="992370"/>
            <a:ext cx="8558621" cy="4598574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 highlights that AI chatbots: 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Improve student engagement and motivation 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Provide instant feedback and personalized support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Enhance accessibility to educational resources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simplify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concepts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studies also emphasize: 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Risk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overdependence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technology.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Reduced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interpersonal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* Possibility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concerns including bias and fairness.</a:t>
            </a:r>
          </a:p>
          <a:p>
            <a:pPr marL="508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Privacy and data security issues.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59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7651" y="128421"/>
            <a:ext cx="62729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IN" sz="3200" dirty="0">
                <a:solidFill>
                  <a:schemeClr val="bg1"/>
                </a:solidFill>
              </a:rPr>
              <a:t>Benefits of AI Chatbots</a:t>
            </a:r>
            <a:endParaRPr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226141" y="1305362"/>
            <a:ext cx="8917859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tailored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 and doubt resolution.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availability for continuous learning.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independent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self-paced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through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explanations.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environments.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non-judgmental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for students to ask questions.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learning efficiency and engagement.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76452-008A-5248-4E71-E9586D11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1" y="3905860"/>
            <a:ext cx="3293555" cy="3293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271217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IN" sz="3200" dirty="0">
                <a:solidFill>
                  <a:schemeClr val="bg1"/>
                </a:solidFill>
              </a:rPr>
              <a:t>Ethical Implications</a:t>
            </a:r>
            <a:endParaRPr lang="en-IN" sz="32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75EA-101B-9E9E-F131-F5A150F7D5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563" y="1132059"/>
            <a:ext cx="878871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 dishonesty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when students rely on AI for assignments and exams.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Algorithmic bias may cause AI systems to provide biased, incomplete, or misleading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users unaware of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AI-generated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responses are created.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issues arise because responsibility for incorrect outputs remains unclear.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Unequal access to AI tools creates a digital divide among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Younger learners may develop blind trust in AI responses without critical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137651" y="167148"/>
            <a:ext cx="6646607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3000" dirty="0">
                <a:solidFill>
                  <a:schemeClr val="bg1"/>
                </a:solidFill>
              </a:rPr>
              <a:t>Cognitive Impact on children</a:t>
            </a:r>
            <a:endParaRPr sz="300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260554" y="1388266"/>
            <a:ext cx="8622891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Overuse of AI chatbots may reduce critical thinking skills.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offloading: 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Students rely on AI instead of retaining knowledge.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creativity due to reliance on ready-made answers.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abilities.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Decreased patience for deep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learning.</a:t>
            </a:r>
          </a:p>
          <a:p>
            <a:pPr lvl="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passive learning behavior.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E11EE-F129-4C12-0812-5F77C4378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1" y="3077918"/>
            <a:ext cx="4281995" cy="36129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383D-6335-9A68-B95B-E0867984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7" y="157316"/>
            <a:ext cx="6676103" cy="599768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risks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E3171-7121-B3D2-5DB3-AF90CF828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019" y="457200"/>
            <a:ext cx="8229240" cy="3977280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systems collect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Children may unknowingly share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regarding digital privacy practices.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Exposure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data collection and usage policies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yber security - Free security icons">
            <a:extLst>
              <a:ext uri="{FF2B5EF4-FFF2-40B4-BE49-F238E27FC236}">
                <a16:creationId xmlns:a16="http://schemas.microsoft.com/office/drawing/2014/main" id="{B8492206-46B3-01E8-3160-316A6DF96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484" y="3378861"/>
            <a:ext cx="3479139" cy="347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4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6EC4-6754-5C72-468F-D99D3FD4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99" y="0"/>
            <a:ext cx="548604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</a:rPr>
              <a:t>Methodology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C6BF21-C0F0-E334-5650-6FD018594E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8779" y="1086101"/>
            <a:ext cx="834644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study is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conceptual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approach.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 was collected from secondary sources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no primary data collection conducted.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analysis was carried out using thematic analysis, which involved identifying recurring patterns and categorizing the findings into major themes.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main focus areas of the study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implications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effects, and security risks associated with AI chatbots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Free Methods Icons in PNG &amp; SVG | Magnific (formerly Freepik)">
            <a:extLst>
              <a:ext uri="{FF2B5EF4-FFF2-40B4-BE49-F238E27FC236}">
                <a16:creationId xmlns:a16="http://schemas.microsoft.com/office/drawing/2014/main" id="{61A4AD3F-0690-50CE-2189-A26F8498F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026" y="422148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78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A4D3-0D92-434E-8A54-8A346939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" y="-49860"/>
            <a:ext cx="695960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FDF675-7961-1C11-6D46-893D0A4EA7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9400" y="950250"/>
            <a:ext cx="8306250" cy="49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identified as the most widely used AI chatbot among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usage indicates increasing dependency on AI tools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AI for homework, assignments, and concept clarification.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show an increase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dishonesty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learners.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noticeable reduction in critical thinking and independent learning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Many students show over-reliance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responses instead of self-analysis.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Limited awareness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tools was also observed.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Growing concerns regarding data privacy and security remain a major issue.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71C6D-E0F6-F5E1-6F70-73A147C64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4352545"/>
            <a:ext cx="1159573" cy="23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8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73C4-0E24-823D-BAF4-65E3F730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6817360" cy="914040"/>
          </a:xfrm>
        </p:spPr>
        <p:txBody>
          <a:bodyPr/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and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FC008-3A4A-DA7A-CA0A-AB311E0F45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1" y="755362"/>
            <a:ext cx="84327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Promote guided and supervised use of AI chatbots in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strong data protection, privacy policies, and content filtering mechanisms.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 digital literacy among students for responsible and safe AI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Adopt innovative assessment methods like project-based learning and real-world problem-solving.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chatbots improve learning efficiency and accessibility but also create ethical, cognitive, and security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should be used as a support tool with proper regulation, not as a replacement for human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197D4-C7E6-A6BB-EC89-B78FEE059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097" y="4529546"/>
            <a:ext cx="2889504" cy="213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3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/>
        </p:nvSpPr>
        <p:spPr>
          <a:xfrm>
            <a:off x="1096409" y="2018212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5B8280-EBC2-8B6C-FBB8-6B5E1782E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060" y="2897027"/>
            <a:ext cx="2731880" cy="2946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1153</Words>
  <Application>Microsoft Office PowerPoint</Application>
  <PresentationFormat>On-screen Show (4:3)</PresentationFormat>
  <Paragraphs>187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Literature Review</vt:lpstr>
      <vt:lpstr>Benefits of AI Chatbots</vt:lpstr>
      <vt:lpstr>Ethical Implications</vt:lpstr>
      <vt:lpstr>PowerPoint Presentation</vt:lpstr>
      <vt:lpstr>Security and privacy risks</vt:lpstr>
      <vt:lpstr>Methodology</vt:lpstr>
      <vt:lpstr>Results and analysis</vt:lpstr>
      <vt:lpstr>Recommendations and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Ashita Chhabra</cp:lastModifiedBy>
  <cp:revision>7</cp:revision>
  <dcterms:created xsi:type="dcterms:W3CDTF">2010-04-09T07:36:15Z</dcterms:created>
  <dcterms:modified xsi:type="dcterms:W3CDTF">2026-05-18T09:39:05Z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